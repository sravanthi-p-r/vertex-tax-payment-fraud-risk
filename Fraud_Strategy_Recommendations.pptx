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Payment Fraud Analytics &amp; Risk Strategy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Objective: Reduce fraud losses, optimize approval rates, and improve risk strategy.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Balance fraud prevention with customer conversion and approval rates.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100K transactions, risk scores, approvals, fraud labels, chargebacks.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Fraud KPI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Rate, Approval Rate, Chargeback Rate, Fraud Transactions.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fraud rates across risk score buckets.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Risk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fraud patterns for new vs existing customers.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ROC-AUC, Precision, Recall, F1 Score, Feature Importance.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Threshold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 approval rate vs fraud capture trade-offs.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 Approve, Manual Review, Decline strategy framework.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fraud losses, improved approvals, scalable risk controls.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